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9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1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97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5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6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0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4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3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62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25DA3-8A42-4164-8ED6-DD38FE686BE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1455B-CC0C-4047-A08C-FB8725E077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0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1B6430-D95D-4690-5FDF-7F7CE39D0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4"/>
            <a:ext cx="12192000" cy="68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1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B65F14-D588-D87B-F061-6D15502DE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B93BD7-B094-94F9-1A96-4469C2513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8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17731C-A6F3-F3E3-F4C7-4E9E0C154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80"/>
            <a:ext cx="12192000" cy="68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14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A813D8-0465-9EB0-74CB-D69D03933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3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ED934F-3EEA-191D-6D1D-FFC080B17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2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988B1B3-12CF-34F9-BDFF-E71729B20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" y="0"/>
            <a:ext cx="12171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7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E366EA-6869-9D57-B831-0F1B1291B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4"/>
            <a:ext cx="12192000" cy="68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19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F61243-8C72-6D7D-FD6E-675896465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" y="0"/>
            <a:ext cx="12180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1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Home</dc:creator>
  <cp:lastModifiedBy>Usuario</cp:lastModifiedBy>
  <cp:revision>7</cp:revision>
  <dcterms:created xsi:type="dcterms:W3CDTF">2026-09-17T19:45:00Z</dcterms:created>
  <dcterms:modified xsi:type="dcterms:W3CDTF">2026-09-23T01:30:21Z</dcterms:modified>
</cp:coreProperties>
</file>